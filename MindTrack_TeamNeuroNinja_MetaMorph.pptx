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9" r:id="rId2"/>
    <p:sldId id="261" r:id="rId3"/>
    <p:sldId id="262" r:id="rId4"/>
    <p:sldId id="265" r:id="rId5"/>
    <p:sldId id="266" r:id="rId6"/>
    <p:sldId id="273" r:id="rId7"/>
    <p:sldId id="267" r:id="rId8"/>
    <p:sldId id="268" r:id="rId9"/>
    <p:sldId id="269" r:id="rId10"/>
    <p:sldId id="270" r:id="rId11"/>
    <p:sldId id="272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2822" autoAdjust="0"/>
  </p:normalViewPr>
  <p:slideViewPr>
    <p:cSldViewPr snapToGrid="0">
      <p:cViewPr varScale="1">
        <p:scale>
          <a:sx n="69" d="100"/>
          <a:sy n="69" d="100"/>
        </p:scale>
        <p:origin x="564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C60ABC8-71C6-431D-88D3-DA3908EF839E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98ADDA5-3861-4F92-9A52-22E793A42FE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703976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954DA9-E367-EB4A-27D3-B0795C3498F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CEDCE33-898C-03BA-5219-17CF9E1EE68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67665-1B04-A369-8044-23F62844BC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FDCE71-9797-70BB-5A93-7990423AE5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2B0AF2-B45B-84B9-7C23-23074B1989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704388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EB86E-6AC9-9A62-7C51-22283E47F5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FFCBF4E-B1B5-D100-9062-F54176CFBFE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18171D-C1CE-5351-430D-EE3B161E73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E5C35A-71B1-4559-92DA-4BB720F638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953E7B-743B-F73A-4C7C-4CABB442A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669333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11EEA6-CFB7-AE04-BBD9-36E02C99AC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C49F32-5AE3-BC3E-2445-642723DC70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23CECF-CC82-2621-6232-BCCE5D0B10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AF1551-E889-0FD8-7E93-BF329A7359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9C99B4-088C-D5AF-76CA-D627610243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9020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8F0CBD-EB50-797C-38FE-37C0D8F347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44FE7C2-55B5-1A5D-EA22-E71DC2FD1AF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AFF926D-21D9-7536-40FC-008D29E2DD1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D86588-9979-0D3C-4FA8-E95F4640FE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D0F0C2C-720B-E43F-8127-9CE66A8034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3FE2F-D495-0416-78DA-EB4B855E27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656350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E48E27-C969-1DB3-02AE-B82562EC4D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E5F136-4FA3-F065-0E16-B5D6CF18CB6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F1ACA7D-74D3-1206-CFB9-82E099511F0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DA0DD72-D0D2-038C-A328-ED9171AF338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87DD54-0CA2-36D6-E1C5-8C99EBCFDAC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EE7B2C6-E58C-7DF6-BA58-BA63578085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4E1202D-BDC7-54A3-712B-E1C7AEA2DA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451FF1E-B781-67EE-F0D8-453F8C2BCC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8116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187245-B415-F041-4073-BE8E731B31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928FC3-CFE8-1049-129A-8E3554696F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158CBDF-A63E-885D-AF27-6F741E3CF1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E986DF-5463-A11A-4FA6-3DAA2757D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468724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7798125-23FF-9AC3-043B-3664426F22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81F39A0-AF31-4840-D409-E43427A202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3AEE5A6-A395-D962-2C70-D3E70D3B0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231806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C38F36-6545-632D-27FD-B1046B0856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4D68A8-812F-E6A2-4BD9-F867BD53EE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D43C275-3E3C-866A-B79F-600E9C80F2F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074236-0FB5-37A6-A2E4-BE93CF0682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3D9ADD-E0E9-015F-EA0A-4043C7779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66D657-0BEC-C600-30B8-7821969F8F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464575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854B6-13A4-72D8-C675-5A7E89C320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D5FAFF0-A57F-5204-3AC9-A885E1945A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30D9AA4-8CE6-4727-51C0-7526F6F2DD1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3462377-9549-4D85-0ABD-EC73E2D822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3AD539D-78D4-379C-AD59-8CF8B87561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BD03945-5AB3-217C-8A6A-BC35367C08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13183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0F5064-F9B8-9277-1AF7-6E36634C3D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E1E206-CEDF-C976-BC2A-50CCC43F4A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2D1BC74-86DF-AED3-F50D-150A92BA72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E195CB-43E8-E606-5533-64DE3EFE90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F0EE8B-2C77-5A76-5E3C-E0D340BD52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9969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F0466B-B7B1-1F08-B2BB-F8E8A024899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F956A3-E5BD-5AF8-DF26-1B974F40E6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2E43C-3347-6E2D-D040-60A49842AF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C80916-1F16-970E-0F9C-B8B3173EB0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2D20077-164D-7E4E-5D46-1DBF7F709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6439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B36636-B024-E65C-8129-355CEF94DF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6D0099-9249-4FDC-067A-B6B73AC50B4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AC53D7-6F66-CF96-52DC-1345DECC238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06AA4A6-22DD-4BE9-99FC-6F2A876CA0F4}" type="datetimeFigureOut">
              <a:rPr lang="en-IN" smtClean="0"/>
              <a:t>20-08-2025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FEEAA0-78FD-2715-6AE2-E1866033E85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22BBD1-7F4B-75D6-0FE9-1A42DCF5D0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D0C636-6EA5-46D9-A75A-4782863CFA0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136452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9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9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9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9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mayoclinic.org/" TargetMode="External"/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9.xml"/><Relationship Id="rId5" Type="http://schemas.openxmlformats.org/officeDocument/2006/relationships/hyperlink" Target="https://chat.openai.com/" TargetMode="External"/><Relationship Id="rId4" Type="http://schemas.openxmlformats.org/officeDocument/2006/relationships/hyperlink" Target="https://drsagnikmukherjee.com/" TargetMode="Externa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2ACD08-2E2F-7CF4-8206-DA69C8A61F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8548" y="757383"/>
            <a:ext cx="5801156" cy="1020618"/>
          </a:xfrm>
        </p:spPr>
        <p:txBody>
          <a:bodyPr>
            <a:noAutofit/>
          </a:bodyPr>
          <a:lstStyle/>
          <a:p>
            <a:pPr algn="ctr"/>
            <a:r>
              <a:rPr lang="en-IN" sz="36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Mind Track: </a:t>
            </a:r>
            <a:r>
              <a:rPr lang="en-IN" sz="3600" b="1" dirty="0">
                <a:solidFill>
                  <a:schemeClr val="accent2">
                    <a:lumMod val="50000"/>
                  </a:schemeClr>
                </a:solidFill>
              </a:rPr>
              <a:t>A Mental Health Website for Students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665270E1-AEBB-7C62-5705-0216A7FF3C1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2441" y="655783"/>
            <a:ext cx="5561013" cy="5400950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6DD21-81F2-6B44-DAD0-AFA9A91AF5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378691" y="2343715"/>
            <a:ext cx="5561013" cy="3713018"/>
          </a:xfrm>
        </p:spPr>
        <p:txBody>
          <a:bodyPr/>
          <a:lstStyle/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600" b="1" dirty="0">
                <a:solidFill>
                  <a:schemeClr val="accent6"/>
                </a:solidFill>
              </a:rPr>
              <a:t>Team Name</a:t>
            </a:r>
            <a:r>
              <a:rPr lang="en-IN" b="1" dirty="0">
                <a:solidFill>
                  <a:schemeClr val="accent6"/>
                </a:solidFill>
              </a:rPr>
              <a:t>: </a:t>
            </a:r>
            <a:r>
              <a:rPr lang="en-IN" sz="2000"/>
              <a:t>NeuroNinja</a:t>
            </a:r>
            <a:endParaRPr lang="en-IN" sz="2000" dirty="0"/>
          </a:p>
          <a:p>
            <a:pPr marL="457200" indent="-457200">
              <a:lnSpc>
                <a:spcPct val="100000"/>
              </a:lnSpc>
              <a:buFont typeface="Wingdings" panose="05000000000000000000" pitchFamily="2" charset="2"/>
              <a:buChar char="§"/>
            </a:pPr>
            <a:r>
              <a:rPr lang="en-IN" sz="2600" b="1" dirty="0">
                <a:solidFill>
                  <a:schemeClr val="accent6"/>
                </a:solidFill>
              </a:rPr>
              <a:t>Team Members:</a:t>
            </a:r>
            <a:r>
              <a:rPr lang="en-IN" sz="1400" b="1" dirty="0">
                <a:solidFill>
                  <a:schemeClr val="accent6"/>
                </a:solidFill>
              </a:rPr>
              <a:t>   </a:t>
            </a:r>
            <a:r>
              <a:rPr lang="en-IN" sz="2000" dirty="0"/>
              <a:t>Vidya Jaiswal</a:t>
            </a:r>
          </a:p>
          <a:p>
            <a:pPr>
              <a:lnSpc>
                <a:spcPct val="100000"/>
              </a:lnSpc>
            </a:pPr>
            <a:r>
              <a:rPr lang="en-IN" sz="2000" dirty="0"/>
              <a:t>                                                 Tanima Sadhu</a:t>
            </a:r>
          </a:p>
          <a:p>
            <a:pPr lvl="6">
              <a:lnSpc>
                <a:spcPct val="100000"/>
              </a:lnSpc>
            </a:pPr>
            <a:r>
              <a:rPr lang="en-IN" sz="2000" dirty="0"/>
              <a:t> Urmi Mishra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600" b="1" dirty="0">
                <a:solidFill>
                  <a:schemeClr val="accent6"/>
                </a:solidFill>
              </a:rPr>
              <a:t>Hackathon:</a:t>
            </a:r>
            <a:r>
              <a:rPr lang="en-IN" sz="2600" dirty="0">
                <a:solidFill>
                  <a:schemeClr val="accent6"/>
                </a:solidFill>
              </a:rPr>
              <a:t> </a:t>
            </a:r>
            <a:r>
              <a:rPr lang="en-IN" sz="2000" dirty="0" err="1"/>
              <a:t>MetaMorph</a:t>
            </a:r>
            <a:endParaRPr lang="en-IN" sz="20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IN" sz="2800" b="1" dirty="0">
                <a:solidFill>
                  <a:schemeClr val="accent6"/>
                </a:solidFill>
              </a:rPr>
              <a:t>Theme:</a:t>
            </a:r>
            <a:r>
              <a:rPr lang="en-IN" sz="2000" dirty="0"/>
              <a:t> Open Innovation</a:t>
            </a:r>
          </a:p>
        </p:txBody>
      </p:sp>
    </p:spTree>
    <p:extLst>
      <p:ext uri="{BB962C8B-B14F-4D97-AF65-F5344CB8AC3E}">
        <p14:creationId xmlns:p14="http://schemas.microsoft.com/office/powerpoint/2010/main" val="290841860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59B0BD-B0C0-B5BA-027E-D103B534B3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597236" y="489526"/>
            <a:ext cx="5837382" cy="969819"/>
          </a:xfrm>
        </p:spPr>
        <p:txBody>
          <a:bodyPr>
            <a:normAutofit/>
          </a:bodyPr>
          <a:lstStyle/>
          <a:p>
            <a:r>
              <a:rPr lang="en-IN" sz="36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Problem Statement: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7E9BE2D-959B-7109-AF80-CF3755758C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597236" y="1856509"/>
            <a:ext cx="5837382" cy="4012479"/>
          </a:xfrm>
        </p:spPr>
        <p:txBody>
          <a:bodyPr anchor="t">
            <a:normAutofit/>
          </a:bodyPr>
          <a:lstStyle/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Many students face mental health problems like stress, anxiety, and sadness, but they don't have a simple way to check in with their feelings every day.</a:t>
            </a:r>
          </a:p>
          <a:p>
            <a:pPr marL="342900" indent="-342900">
              <a:lnSpc>
                <a:spcPct val="100000"/>
              </a:lnSpc>
              <a:buFont typeface="Arial" panose="020B0604020202020204" pitchFamily="34" charset="0"/>
              <a:buChar char="•"/>
            </a:pPr>
            <a:r>
              <a:rPr lang="en-US" sz="2000" dirty="0"/>
              <a:t>Students feel shy or scared to share emotions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No easy and private tool to track feelings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Current apps are confusing or not made for students</a:t>
            </a:r>
            <a:endParaRPr lang="en-IN" sz="2000" dirty="0"/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161BB165-D2E9-2FD7-0AA9-BA9906F56F7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948" r="18948"/>
          <a:stretch/>
        </p:blipFill>
        <p:spPr>
          <a:xfrm>
            <a:off x="268865" y="840510"/>
            <a:ext cx="5199062" cy="5588000"/>
          </a:xfrm>
        </p:spPr>
      </p:pic>
    </p:spTree>
    <p:extLst>
      <p:ext uri="{BB962C8B-B14F-4D97-AF65-F5344CB8AC3E}">
        <p14:creationId xmlns:p14="http://schemas.microsoft.com/office/powerpoint/2010/main" val="15500267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E22E93-A217-B26A-3CAE-90F4763CB3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7855" y="420255"/>
            <a:ext cx="4504170" cy="983673"/>
          </a:xfrm>
        </p:spPr>
        <p:txBody>
          <a:bodyPr/>
          <a:lstStyle/>
          <a:p>
            <a:r>
              <a:rPr lang="en-IN" sz="33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Our Solution</a:t>
            </a:r>
            <a:r>
              <a:rPr lang="en-IN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- </a:t>
            </a:r>
            <a:r>
              <a:rPr lang="en-IN" sz="3000" b="1" dirty="0"/>
              <a:t>Mind Track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1AC3341B-0973-F311-F9AE-AAF3072950A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08" r="2508"/>
          <a:stretch>
            <a:fillRect/>
          </a:stretch>
        </p:blipFill>
        <p:spPr>
          <a:xfrm>
            <a:off x="5846618" y="987425"/>
            <a:ext cx="550877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2FD40F5-150E-FB7F-6A1B-EF7E4DB0CA2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67856" y="1773382"/>
            <a:ext cx="5172362" cy="4095606"/>
          </a:xfrm>
        </p:spPr>
        <p:txBody>
          <a:bodyPr>
            <a:normAutofit/>
          </a:bodyPr>
          <a:lstStyle/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A simple and private website made for students to: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Choose an emoji daily to show how they feel     </a:t>
            </a:r>
            <a:r>
              <a:rPr lang="en-IN" sz="2000" dirty="0"/>
              <a:t>😄😐😔😭😡</a:t>
            </a:r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Write a short journal to express thoughts freely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See mood history through graphs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Get motivational quotes, songs, and helpful tips based on mood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Solve small puzzles to feel better</a:t>
            </a:r>
          </a:p>
          <a:p>
            <a:pPr marL="342900" indent="-342900">
              <a:buFont typeface="Wingdings" panose="05000000000000000000" pitchFamily="2" charset="2"/>
              <a:buChar char="ü"/>
            </a:pPr>
            <a:r>
              <a:rPr lang="en-US" sz="2000" dirty="0"/>
              <a:t>Find useful links for mental health help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0468242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C67742-28CE-C9E4-8E6C-878CC5435F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5897" y="240145"/>
            <a:ext cx="8479703" cy="674255"/>
          </a:xfrm>
        </p:spPr>
        <p:txBody>
          <a:bodyPr>
            <a:normAutofit fontScale="90000"/>
          </a:bodyPr>
          <a:lstStyle/>
          <a:p>
            <a:r>
              <a:rPr lang="en-IN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                                       </a:t>
            </a:r>
            <a:r>
              <a:rPr lang="en-IN" sz="49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How It Works</a:t>
            </a:r>
            <a:endParaRPr lang="en-IN" sz="4900" b="1" u="sng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859CE31F-5BC1-0C02-C419-AB6A96C86FD7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82" r="15982"/>
          <a:stretch>
            <a:fillRect/>
          </a:stretch>
        </p:blipFill>
        <p:spPr>
          <a:xfrm flipH="1">
            <a:off x="8552873" y="987425"/>
            <a:ext cx="3491490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350F5C-CDF2-B5ED-D77E-169C297BFD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7637" y="764164"/>
            <a:ext cx="9504939" cy="4873625"/>
          </a:xfrm>
        </p:spPr>
        <p:txBody>
          <a:bodyPr>
            <a:normAutofit lnSpcReduction="10000"/>
          </a:bodyPr>
          <a:lstStyle/>
          <a:p>
            <a:endParaRPr lang="en-IN" sz="3200" b="1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r>
              <a:rPr lang="en-IN" sz="3200" b="1" dirty="0">
                <a:solidFill>
                  <a:schemeClr val="accent6"/>
                </a:solidFill>
              </a:rPr>
              <a:t>Simple System Flow:</a:t>
            </a:r>
          </a:p>
          <a:p>
            <a:r>
              <a:rPr lang="en-IN" sz="3200" b="1" dirty="0">
                <a:solidFill>
                  <a:schemeClr val="accent6"/>
                </a:solidFill>
              </a:rPr>
              <a:t> </a:t>
            </a:r>
          </a:p>
          <a:p>
            <a:r>
              <a:rPr lang="en-IN" sz="2800" b="1" dirty="0"/>
              <a:t>User ➡️ Mind Track Website ➡️ Select Mood + Journal</a:t>
            </a:r>
          </a:p>
          <a:p>
            <a:r>
              <a:rPr lang="en-IN" sz="2800" b="1" dirty="0"/>
              <a:t>                                                                                 Entry</a:t>
            </a:r>
          </a:p>
          <a:p>
            <a:r>
              <a:rPr lang="en-IN" sz="2800" b="1" dirty="0"/>
              <a:t>                                                                                   ⬇️      </a:t>
            </a:r>
          </a:p>
          <a:p>
            <a:r>
              <a:rPr lang="en-IN" sz="2800" b="1" dirty="0"/>
              <a:t>                                                    Data Saved using Firebase/</a:t>
            </a:r>
          </a:p>
          <a:p>
            <a:r>
              <a:rPr lang="en-IN" sz="2800" b="1" dirty="0"/>
              <a:t>                                                                                 Sheets</a:t>
            </a:r>
          </a:p>
          <a:p>
            <a:r>
              <a:rPr lang="en-IN" sz="2800" b="1" dirty="0"/>
              <a:t>                                                                                    ⬇️</a:t>
            </a:r>
          </a:p>
          <a:p>
            <a:r>
              <a:rPr lang="en-IN" sz="2800" b="1" dirty="0"/>
              <a:t>               Tips + Songs + puzzles ⬅️ Show Mood Graph</a:t>
            </a:r>
            <a:endParaRPr lang="en-IN" sz="3200" b="1" u="sng" dirty="0">
              <a:solidFill>
                <a:schemeClr val="accent6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95338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9C43E-5BE5-3C3F-2582-576E66B16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215336" y="310138"/>
            <a:ext cx="3932237" cy="678873"/>
          </a:xfrm>
        </p:spPr>
        <p:txBody>
          <a:bodyPr>
            <a:no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Features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833C42-3377-AA22-04AD-D2D956B1B5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150649" y="1413884"/>
            <a:ext cx="4720503" cy="4709825"/>
          </a:xfrm>
        </p:spPr>
        <p:txBody>
          <a:bodyPr/>
          <a:lstStyle/>
          <a:p>
            <a:r>
              <a:rPr lang="en-IN" sz="2800" dirty="0">
                <a:solidFill>
                  <a:schemeClr val="accent6"/>
                </a:solidFill>
              </a:rPr>
              <a:t>Main Features: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😄Emoji Mood Check-In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📗Daily Journal Writing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📊Mood Graph Tracker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💡Motivational Tips, Quotes &amp; Songs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🧩Fun Puzzles (Mood-based)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🔗Helpful Mental Health Links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👥About Team &amp; Contact Form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🌃Dark Mode for night use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🛡️No login required (Privacy-first)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/>
              <a:t>🎯Weekly Mood Goals</a:t>
            </a:r>
          </a:p>
        </p:txBody>
      </p:sp>
      <p:pic>
        <p:nvPicPr>
          <p:cNvPr id="16" name="Picture Placeholder 15">
            <a:extLst>
              <a:ext uri="{FF2B5EF4-FFF2-40B4-BE49-F238E27FC236}">
                <a16:creationId xmlns:a16="http://schemas.microsoft.com/office/drawing/2014/main" id="{555A7E71-1818-16B0-430D-A8DE72AADEF0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53" b="4853"/>
          <a:stretch>
            <a:fillRect/>
          </a:stretch>
        </p:blipFill>
        <p:spPr>
          <a:xfrm>
            <a:off x="5957888" y="987425"/>
            <a:ext cx="5397500" cy="4873625"/>
          </a:xfrm>
        </p:spPr>
      </p:pic>
    </p:spTree>
    <p:extLst>
      <p:ext uri="{BB962C8B-B14F-4D97-AF65-F5344CB8AC3E}">
        <p14:creationId xmlns:p14="http://schemas.microsoft.com/office/powerpoint/2010/main" val="41438640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861AB-6D2E-B816-B8DF-D37204564A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10036" y="267854"/>
            <a:ext cx="4710545" cy="998683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Business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D26640F-9822-B231-F7EC-186657CC0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951087" y="1785719"/>
            <a:ext cx="4710544" cy="4190207"/>
          </a:xfrm>
        </p:spPr>
        <p:txBody>
          <a:bodyPr>
            <a:normAutofit/>
          </a:bodyPr>
          <a:lstStyle/>
          <a:p>
            <a:r>
              <a:rPr lang="en-US" sz="2100" b="1" dirty="0">
                <a:solidFill>
                  <a:schemeClr val="accent6"/>
                </a:solidFill>
              </a:rPr>
              <a:t>Freemium Model:-</a:t>
            </a:r>
          </a:p>
          <a:p>
            <a:r>
              <a:rPr lang="en-US" sz="2000" dirty="0"/>
              <a:t>Core features like mood tracking, Al-based insights, and mental health tips will remain free.</a:t>
            </a:r>
          </a:p>
          <a:p>
            <a:endParaRPr lang="en-US" sz="2000" dirty="0"/>
          </a:p>
          <a:p>
            <a:r>
              <a:rPr lang="en-US" sz="2100" b="1" dirty="0">
                <a:solidFill>
                  <a:schemeClr val="accent6"/>
                </a:solidFill>
              </a:rPr>
              <a:t>Paid Psychologist Consultation:-</a:t>
            </a:r>
          </a:p>
          <a:p>
            <a:r>
              <a:rPr lang="en-US" sz="2000" dirty="0"/>
              <a:t>A separate business page will allow users to directly connect with certified psychologists for one-to-one paid sessions.</a:t>
            </a:r>
            <a:endParaRPr lang="en-IN" sz="2000" dirty="0"/>
          </a:p>
        </p:txBody>
      </p:sp>
      <p:pic>
        <p:nvPicPr>
          <p:cNvPr id="1026" name="Picture 2" descr="Cartoon Business Meeting Images – Browse 209,904 Stock ...">
            <a:extLst>
              <a:ext uri="{FF2B5EF4-FFF2-40B4-BE49-F238E27FC236}">
                <a16:creationId xmlns:a16="http://schemas.microsoft.com/office/drawing/2014/main" id="{D9D5D931-E379-7DA3-7F3F-6E56AFB39EE0}"/>
              </a:ext>
            </a:extLst>
          </p:cNvPr>
          <p:cNvPicPr>
            <a:picLocks noGrp="1" noChangeAspect="1" noChangeArrowheads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751" r="12751"/>
          <a:stretch>
            <a:fillRect/>
          </a:stretch>
        </p:blipFill>
        <p:spPr bwMode="auto">
          <a:xfrm>
            <a:off x="417224" y="1266537"/>
            <a:ext cx="6172200" cy="4873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271632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6F8ED9-510A-F10B-4540-40F44F3E45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39491" y="198583"/>
            <a:ext cx="2780146" cy="835024"/>
          </a:xfrm>
        </p:spPr>
        <p:txBody>
          <a:bodyPr/>
          <a:lstStyle/>
          <a:p>
            <a:r>
              <a:rPr lang="en-IN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What's Special?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467FFB24-95A3-F8CE-0003-18DC364402F3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23" r="3223"/>
          <a:stretch>
            <a:fillRect/>
          </a:stretch>
        </p:blipFill>
        <p:spPr>
          <a:xfrm>
            <a:off x="397451" y="1108364"/>
            <a:ext cx="4848803" cy="625301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686464D-E738-F729-8BE8-ECAD9540A46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496718" y="1320802"/>
            <a:ext cx="6695282" cy="5467926"/>
          </a:xfrm>
        </p:spPr>
        <p:txBody>
          <a:bodyPr>
            <a:normAutofit/>
          </a:bodyPr>
          <a:lstStyle/>
          <a:p>
            <a:r>
              <a:rPr lang="en-US" sz="2000" b="1" dirty="0">
                <a:solidFill>
                  <a:schemeClr val="accent6"/>
                </a:solidFill>
              </a:rPr>
              <a:t>Why Mind Track is Different: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Made by beginners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Simple and clean for students to use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 need to log in or create an account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Mood-based quotes, songs, and puzzles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Free to use and lightweight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Designed for daily emotional tracking</a:t>
            </a:r>
          </a:p>
          <a:p>
            <a:r>
              <a:rPr lang="en-US" sz="2000" b="1" dirty="0">
                <a:solidFill>
                  <a:schemeClr val="accent6"/>
                </a:solidFill>
              </a:rPr>
              <a:t>Compared to other apps like </a:t>
            </a:r>
            <a:r>
              <a:rPr lang="en-US" sz="2000" b="1" dirty="0" err="1">
                <a:solidFill>
                  <a:schemeClr val="accent6"/>
                </a:solidFill>
              </a:rPr>
              <a:t>Wysa</a:t>
            </a:r>
            <a:r>
              <a:rPr lang="en-US" sz="2000" b="1" dirty="0">
                <a:solidFill>
                  <a:schemeClr val="accent6"/>
                </a:solidFill>
              </a:rPr>
              <a:t>, Mindshift, or Headspace: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 err="1"/>
              <a:t>MindTrack</a:t>
            </a:r>
            <a:r>
              <a:rPr lang="en-US" sz="2000" dirty="0"/>
              <a:t> is fully anonymous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No paid plans or subscriptions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Includes fun activities like puzzles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en-US" sz="2000" dirty="0"/>
              <a:t>Web-based, so easy to use from any device</a:t>
            </a:r>
            <a:endParaRPr lang="en-IN" sz="2000" dirty="0"/>
          </a:p>
        </p:txBody>
      </p:sp>
    </p:spTree>
    <p:extLst>
      <p:ext uri="{BB962C8B-B14F-4D97-AF65-F5344CB8AC3E}">
        <p14:creationId xmlns:p14="http://schemas.microsoft.com/office/powerpoint/2010/main" val="3468786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F14EED-1A78-63CC-D35A-7610E23921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743527"/>
          </a:xfrm>
        </p:spPr>
        <p:txBody>
          <a:bodyPr>
            <a:norm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Future Plans: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F1134F28-CBBE-9713-39D1-3E1AA2E938FC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785" r="7785"/>
          <a:stretch>
            <a:fillRect/>
          </a:stretch>
        </p:blipFill>
        <p:spPr>
          <a:xfrm>
            <a:off x="6936510" y="1200727"/>
            <a:ext cx="4926878" cy="487362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0B2E143-48C0-025C-8C8D-3D83EBBA033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972274" y="1736436"/>
            <a:ext cx="4926878" cy="4664364"/>
          </a:xfrm>
        </p:spPr>
        <p:txBody>
          <a:bodyPr>
            <a:normAutofit/>
          </a:bodyPr>
          <a:lstStyle/>
          <a:p>
            <a:r>
              <a:rPr lang="en-US" sz="2200" dirty="0">
                <a:solidFill>
                  <a:schemeClr val="accent6"/>
                </a:solidFill>
              </a:rPr>
              <a:t>What's Next:</a:t>
            </a:r>
          </a:p>
          <a:p>
            <a:endParaRPr lang="en-US" sz="2000" dirty="0"/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📱</a:t>
            </a:r>
            <a:r>
              <a:rPr lang="en-US" sz="2100" dirty="0"/>
              <a:t>Android App (using Flutter)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1900" dirty="0"/>
              <a:t>🔔</a:t>
            </a:r>
            <a:r>
              <a:rPr lang="en-US" sz="1900" dirty="0"/>
              <a:t>Mood-based daily reminders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⌚</a:t>
            </a:r>
            <a:r>
              <a:rPr lang="en-US" sz="2100" dirty="0"/>
              <a:t>Connect with smartwatch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🧠</a:t>
            </a:r>
            <a:r>
              <a:rPr lang="en-US" sz="2100" dirty="0"/>
              <a:t>Smart mood suggestions using ML (Machine Learning)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👩🏻‍⚕️</a:t>
            </a:r>
            <a:r>
              <a:rPr lang="en-US" sz="2100" dirty="0"/>
              <a:t>Option to talk to psychologist</a:t>
            </a:r>
          </a:p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100" dirty="0"/>
              <a:t>🧘🏻‍♀️</a:t>
            </a:r>
            <a:r>
              <a:rPr lang="en-US" sz="2100" dirty="0"/>
              <a:t>Meditation and breathing video library</a:t>
            </a:r>
          </a:p>
        </p:txBody>
      </p:sp>
    </p:spTree>
    <p:extLst>
      <p:ext uri="{BB962C8B-B14F-4D97-AF65-F5344CB8AC3E}">
        <p14:creationId xmlns:p14="http://schemas.microsoft.com/office/powerpoint/2010/main" val="315784516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03E3DB-B4C8-470A-550B-617928B3B7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18879" y="466438"/>
            <a:ext cx="2639146" cy="600364"/>
          </a:xfrm>
        </p:spPr>
        <p:txBody>
          <a:bodyPr>
            <a:noAutofit/>
          </a:bodyPr>
          <a:lstStyle/>
          <a:p>
            <a:br>
              <a:rPr lang="en-IN" sz="4400" dirty="0"/>
            </a:br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Demo: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098D2B-7CE9-F503-5F97-823403CB962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902038" y="1431635"/>
            <a:ext cx="6289962" cy="4959927"/>
          </a:xfrm>
        </p:spPr>
        <p:txBody>
          <a:bodyPr>
            <a:normAutofit/>
          </a:bodyPr>
          <a:lstStyle/>
          <a:p>
            <a:r>
              <a:rPr lang="en-US" sz="3200" b="1" dirty="0">
                <a:solidFill>
                  <a:schemeClr val="accent6"/>
                </a:solidFill>
              </a:rPr>
              <a:t>Features Included:-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 </a:t>
            </a:r>
            <a:r>
              <a:rPr lang="en-US" sz="2400" dirty="0"/>
              <a:t>Mood Check-In Page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Journal Writing Box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Mood History Graph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Tips, Quotes, Songs &amp; Puzzles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/>
              <a:t>We will connect the website to Firebase to make it fully functional</a:t>
            </a:r>
          </a:p>
        </p:txBody>
      </p:sp>
      <p:pic>
        <p:nvPicPr>
          <p:cNvPr id="10" name="Picture Placeholder 9">
            <a:extLst>
              <a:ext uri="{FF2B5EF4-FFF2-40B4-BE49-F238E27FC236}">
                <a16:creationId xmlns:a16="http://schemas.microsoft.com/office/drawing/2014/main" id="{3D71310C-8B03-9236-8DBC-E43ECA2BDDCB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2" r="1682"/>
          <a:stretch/>
        </p:blipFill>
        <p:spPr>
          <a:xfrm>
            <a:off x="858981" y="1311563"/>
            <a:ext cx="4494457" cy="4234873"/>
          </a:xfrm>
        </p:spPr>
      </p:pic>
    </p:spTree>
    <p:extLst>
      <p:ext uri="{BB962C8B-B14F-4D97-AF65-F5344CB8AC3E}">
        <p14:creationId xmlns:p14="http://schemas.microsoft.com/office/powerpoint/2010/main" val="42139958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40794-7442-8FE7-B892-17EC92A755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518333" y="644958"/>
            <a:ext cx="3932237" cy="651164"/>
          </a:xfrm>
        </p:spPr>
        <p:txBody>
          <a:bodyPr>
            <a:noAutofit/>
          </a:bodyPr>
          <a:lstStyle/>
          <a:p>
            <a:r>
              <a:rPr lang="en-IN" sz="4400" b="1" u="sng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Bibliography</a:t>
            </a:r>
            <a:endParaRPr lang="en-IN" sz="4400" dirty="0"/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99DA443-9670-13DD-D75E-BC4D0C8581C8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0520" b="10520"/>
          <a:stretch>
            <a:fillRect/>
          </a:stretch>
        </p:blipFill>
        <p:spPr>
          <a:xfrm>
            <a:off x="6271492" y="1153679"/>
            <a:ext cx="4659024" cy="3809279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D3A684-828F-7C94-1956-BE6753F7C6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416337" y="1921162"/>
            <a:ext cx="4504172" cy="3809279"/>
          </a:xfrm>
        </p:spPr>
        <p:txBody>
          <a:bodyPr/>
          <a:lstStyle/>
          <a:p>
            <a:r>
              <a:rPr lang="en-IN" sz="2400" dirty="0">
                <a:hlinkClick r:id="rId3"/>
              </a:rPr>
              <a:t>https://www.mayoclinic.org</a:t>
            </a:r>
            <a:endParaRPr lang="en-IN" sz="2400" dirty="0"/>
          </a:p>
          <a:p>
            <a:r>
              <a:rPr lang="en-IN" sz="2400" dirty="0">
                <a:hlinkClick r:id="rId4"/>
              </a:rPr>
              <a:t>https://drsagnikmukherjee.com</a:t>
            </a:r>
            <a:endParaRPr lang="en-IN" sz="2400" dirty="0"/>
          </a:p>
          <a:p>
            <a:r>
              <a:rPr lang="en-IN" sz="2400" dirty="0">
                <a:hlinkClick r:id="rId5"/>
              </a:rPr>
              <a:t>https://chat.openai.com</a:t>
            </a:r>
            <a:endParaRPr lang="en-IN" sz="24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19014257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E7014C-BF07-4535-234F-3C4008B242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57936" y="279544"/>
            <a:ext cx="3932237" cy="1336820"/>
          </a:xfrm>
        </p:spPr>
        <p:txBody>
          <a:bodyPr>
            <a:normAutofit/>
          </a:bodyPr>
          <a:lstStyle/>
          <a:p>
            <a:r>
              <a:rPr lang="en-IN" sz="6800" b="1" dirty="0">
                <a:solidFill>
                  <a:schemeClr val="accent6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Thank You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32010CD7-0AFD-C668-CDC6-2901E6D3BE6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541" b="2541"/>
          <a:stretch>
            <a:fillRect/>
          </a:stretch>
        </p:blipFill>
        <p:spPr>
          <a:xfrm>
            <a:off x="6475124" y="1558203"/>
            <a:ext cx="4686300" cy="4448175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EDAA5B8-8C91-1EA5-4CAD-A443ADEAA6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7309" y="2022765"/>
            <a:ext cx="7250546" cy="3814618"/>
          </a:xfrm>
        </p:spPr>
        <p:txBody>
          <a:bodyPr>
            <a:normAutofit/>
          </a:bodyPr>
          <a:lstStyle/>
          <a:p>
            <a:r>
              <a:rPr lang="en-US" sz="2400" dirty="0">
                <a:solidFill>
                  <a:schemeClr val="accent2">
                    <a:lumMod val="50000"/>
                  </a:schemeClr>
                </a:solidFill>
              </a:rPr>
              <a:t>Let's help people check-in with their feelings every day.</a:t>
            </a:r>
          </a:p>
          <a:p>
            <a:endParaRPr lang="en-US" sz="2400" dirty="0">
              <a:solidFill>
                <a:schemeClr val="accent2">
                  <a:lumMod val="50000"/>
                </a:schemeClr>
              </a:solidFill>
            </a:endParaRPr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/>
                </a:solidFill>
              </a:rPr>
              <a:t>Contact Us: </a:t>
            </a:r>
            <a:r>
              <a:rPr lang="en-US" sz="2400" dirty="0"/>
              <a:t>(Coming Soon)</a:t>
            </a:r>
          </a:p>
          <a:p>
            <a:pPr marL="342900" indent="-342900">
              <a:buFont typeface="Wingdings" panose="05000000000000000000" pitchFamily="2" charset="2"/>
              <a:buChar char="v"/>
            </a:pPr>
            <a:endParaRPr lang="en-US" sz="2400" dirty="0"/>
          </a:p>
          <a:p>
            <a:pPr marL="342900" indent="-342900">
              <a:buFont typeface="Wingdings" panose="05000000000000000000" pitchFamily="2" charset="2"/>
              <a:buChar char="v"/>
            </a:pPr>
            <a:r>
              <a:rPr lang="en-US" sz="2400" b="1" dirty="0">
                <a:solidFill>
                  <a:schemeClr val="accent6"/>
                </a:solidFill>
              </a:rPr>
              <a:t>Instagram:</a:t>
            </a:r>
            <a:r>
              <a:rPr lang="en-US" sz="2400" dirty="0"/>
              <a:t> (Page Coming Soon)</a:t>
            </a:r>
            <a:endParaRPr lang="en-IN" sz="2400" dirty="0"/>
          </a:p>
        </p:txBody>
      </p:sp>
    </p:spTree>
    <p:extLst>
      <p:ext uri="{BB962C8B-B14F-4D97-AF65-F5344CB8AC3E}">
        <p14:creationId xmlns:p14="http://schemas.microsoft.com/office/powerpoint/2010/main" val="37429960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MindTrack_TeamNeuroninjas_HackSynthesis2.0</Template>
  <TotalTime>84</TotalTime>
  <Words>498</Words>
  <Application>Microsoft Office PowerPoint</Application>
  <PresentationFormat>Widescreen</PresentationFormat>
  <Paragraphs>88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Calibri</vt:lpstr>
      <vt:lpstr>Calibri Light</vt:lpstr>
      <vt:lpstr>Wingdings</vt:lpstr>
      <vt:lpstr>Office Theme</vt:lpstr>
      <vt:lpstr>Mind Track: A Mental Health Website for Students</vt:lpstr>
      <vt:lpstr>Problem Statement:</vt:lpstr>
      <vt:lpstr>Our Solution- Mind Track</vt:lpstr>
      <vt:lpstr>                                        How It Works</vt:lpstr>
      <vt:lpstr>Features</vt:lpstr>
      <vt:lpstr>Business</vt:lpstr>
      <vt:lpstr>What's Special?</vt:lpstr>
      <vt:lpstr>Future Plans:</vt:lpstr>
      <vt:lpstr> Demo:</vt:lpstr>
      <vt:lpstr>Bibliography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Tanima Sadhu</dc:creator>
  <cp:lastModifiedBy>Tanima Sadhu</cp:lastModifiedBy>
  <cp:revision>4</cp:revision>
  <dcterms:created xsi:type="dcterms:W3CDTF">2025-06-24T17:01:56Z</dcterms:created>
  <dcterms:modified xsi:type="dcterms:W3CDTF">2025-08-20T11:23:00Z</dcterms:modified>
</cp:coreProperties>
</file>