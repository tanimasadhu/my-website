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1" r:id="rId3"/>
    <p:sldId id="262" r:id="rId4"/>
    <p:sldId id="265" r:id="rId5"/>
    <p:sldId id="266" r:id="rId6"/>
    <p:sldId id="273" r:id="rId7"/>
    <p:sldId id="267" r:id="rId8"/>
    <p:sldId id="268" r:id="rId9"/>
    <p:sldId id="269" r:id="rId10"/>
    <p:sldId id="270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822" autoAdjust="0"/>
  </p:normalViewPr>
  <p:slideViewPr>
    <p:cSldViewPr snapToGrid="0">
      <p:cViewPr varScale="1">
        <p:scale>
          <a:sx n="69" d="100"/>
          <a:sy n="69" d="100"/>
        </p:scale>
        <p:origin x="5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ma Sadhu" userId="5fe855b0aa0c8a30" providerId="LiveId" clId="{B81682C3-C12E-4C66-B206-508D45C72E5A}"/>
    <pc:docChg chg="modSld">
      <pc:chgData name="Tanima Sadhu" userId="5fe855b0aa0c8a30" providerId="LiveId" clId="{B81682C3-C12E-4C66-B206-508D45C72E5A}" dt="2025-08-19T12:50:41.846" v="26" actId="20577"/>
      <pc:docMkLst>
        <pc:docMk/>
      </pc:docMkLst>
      <pc:sldChg chg="modSp mod">
        <pc:chgData name="Tanima Sadhu" userId="5fe855b0aa0c8a30" providerId="LiveId" clId="{B81682C3-C12E-4C66-B206-508D45C72E5A}" dt="2025-08-19T12:47:36.669" v="2" actId="20577"/>
        <pc:sldMkLst>
          <pc:docMk/>
          <pc:sldMk cId="2908418602" sldId="259"/>
        </pc:sldMkLst>
        <pc:spChg chg="mod">
          <ac:chgData name="Tanima Sadhu" userId="5fe855b0aa0c8a30" providerId="LiveId" clId="{B81682C3-C12E-4C66-B206-508D45C72E5A}" dt="2025-08-19T12:47:36.669" v="2" actId="20577"/>
          <ac:spMkLst>
            <pc:docMk/>
            <pc:sldMk cId="2908418602" sldId="259"/>
            <ac:spMk id="4" creationId="{BC36DD21-81F2-6B44-DAD0-AFA9A91AF5EA}"/>
          </ac:spMkLst>
        </pc:spChg>
      </pc:sldChg>
      <pc:sldChg chg="modSp mod">
        <pc:chgData name="Tanima Sadhu" userId="5fe855b0aa0c8a30" providerId="LiveId" clId="{B81682C3-C12E-4C66-B206-508D45C72E5A}" dt="2025-08-19T12:50:41.846" v="26" actId="20577"/>
        <pc:sldMkLst>
          <pc:docMk/>
          <pc:sldMk cId="3157845166" sldId="268"/>
        </pc:sldMkLst>
        <pc:spChg chg="mod">
          <ac:chgData name="Tanima Sadhu" userId="5fe855b0aa0c8a30" providerId="LiveId" clId="{B81682C3-C12E-4C66-B206-508D45C72E5A}" dt="2025-08-19T12:50:41.846" v="26" actId="20577"/>
          <ac:spMkLst>
            <pc:docMk/>
            <pc:sldMk cId="3157845166" sldId="268"/>
            <ac:spMk id="4" creationId="{C0B2E143-48C0-025C-8C8D-3D83EBBA03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0ABC8-71C6-431D-88D3-DA3908EF839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ADDA5-3861-4F92-9A52-22E793A42F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9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4DA9-E367-EB4A-27D3-B0795C349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DCE33-898C-03BA-5219-17CF9E1EE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7665-1B04-A369-8044-23F62844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DCE71-9797-70BB-5A93-7990423A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B0AF2-B45B-84B9-7C23-23074B19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43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B86E-6AC9-9A62-7C51-22283E47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CBF4E-B1B5-D100-9062-F54176CFB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8171D-C1CE-5351-430D-EE3B161E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C35A-71B1-4559-92DA-4BB720F6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53E7B-743B-F73A-4C7C-4CABB442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93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EEA6-CFB7-AE04-BBD9-36E02C99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49F32-5AE3-BC3E-2445-642723DC7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CECF-CC82-2621-6232-BCCE5D0B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F1551-E889-0FD8-7E93-BF329A73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C99B4-088C-D5AF-76CA-D6276102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90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0CBD-EB50-797C-38FE-37C0D8F3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E7C2-55B5-1A5D-EA22-E71DC2FD1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F926D-21D9-7536-40FC-008D29E2D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86588-9979-0D3C-4FA8-E95F4640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F0C2C-720B-E43F-8127-9CE66A80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3FE2F-D495-0416-78DA-EB4B855E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63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8E27-C969-1DB3-02AE-B82562EC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5F136-4FA3-F065-0E16-B5D6CF18C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ACA7D-74D3-1206-CFB9-82E099511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A0DD72-D0D2-038C-A328-ED9171AF3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7DD54-0CA2-36D6-E1C5-8C99EBCFD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E7B2C6-E58C-7DF6-BA58-BA635780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1202D-BDC7-54A3-712B-E1C7AEA2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1FF1E-B781-67EE-F0D8-453F8C2B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7245-B415-F041-4073-BE8E731B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28FC3-CFE8-1049-129A-8E355469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8CBDF-A63E-885D-AF27-6F741E3CF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986DF-5463-A11A-4FA6-3DAA2757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7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98125-23FF-9AC3-043B-3664426F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F39A0-AF31-4840-D409-E43427A20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E5A6-A395-D962-2C70-D3E70D3B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318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8F36-6545-632D-27FD-B1046B08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68A8-812F-E6A2-4BD9-F867BD53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3C275-3E3C-866A-B79F-600E9C80F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74236-0FB5-37A6-A2E4-BE93CF06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D9ADD-E0E9-015F-EA0A-4043C777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6D657-0BEC-C600-30B8-7821969F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5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54B6-13A4-72D8-C675-5A7E89C3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FAFF0-A57F-5204-3AC9-A885E1945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D9AA4-8CE6-4727-51C0-7526F6F2D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62377-9549-4D85-0ABD-EC73E2D8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539D-78D4-379C-AD59-8CF8B8756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03945-5AB3-217C-8A6A-BC35367C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31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5064-F9B8-9277-1AF7-6E36634C3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1E206-CEDF-C976-BC2A-50CCC43F4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BC74-86DF-AED3-F50D-150A92BA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195CB-43E8-E606-5533-64DE3EFE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EE8B-2C77-5A76-5E3C-E0D340BD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0466B-B7B1-1F08-B2BB-F8E8A0248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956A3-E5BD-5AF8-DF26-1B974F40E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2E43C-3347-6E2D-D040-60A49842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80916-1F16-970E-0F9C-B8B3173E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0077-164D-7E4E-5D46-1DBF7F70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64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36636-B024-E65C-8129-355CEF94D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D0099-9249-4FDC-067A-B6B73AC50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53D7-6F66-CF96-52DC-1345DECC2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A4A6-22DD-4BE9-99FC-6F2A876CA0F4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EEAA0-78FD-2715-6AE2-E1866033E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2BBD1-7F4B-75D6-0FE9-1A42DCF5D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64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yoclinic.org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hat.openai.com/" TargetMode="External"/><Relationship Id="rId4" Type="http://schemas.openxmlformats.org/officeDocument/2006/relationships/hyperlink" Target="https://drsagnikmukherjee.com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CD08-2E2F-7CF4-8206-DA69C8A61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8" y="757383"/>
            <a:ext cx="5801156" cy="1020618"/>
          </a:xfrm>
        </p:spPr>
        <p:txBody>
          <a:bodyPr>
            <a:noAutofit/>
          </a:bodyPr>
          <a:lstStyle/>
          <a:p>
            <a:pPr algn="ctr"/>
            <a:r>
              <a:rPr lang="en-IN" sz="36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Mind Track: </a:t>
            </a:r>
            <a:r>
              <a:rPr lang="en-IN" sz="3600" b="1" dirty="0">
                <a:solidFill>
                  <a:schemeClr val="accent2">
                    <a:lumMod val="50000"/>
                  </a:schemeClr>
                </a:solidFill>
              </a:rPr>
              <a:t>A Mental Health Website for Students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5270E1-AEBB-7C62-5705-0216A7FF3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41" y="655783"/>
            <a:ext cx="5561013" cy="54009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6DD21-81F2-6B44-DAD0-AFA9A91AF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8691" y="2343715"/>
            <a:ext cx="5561013" cy="371301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600" b="1" dirty="0">
                <a:solidFill>
                  <a:schemeClr val="accent6"/>
                </a:solidFill>
              </a:rPr>
              <a:t>Team Name</a:t>
            </a:r>
            <a:r>
              <a:rPr lang="en-IN" b="1" dirty="0">
                <a:solidFill>
                  <a:schemeClr val="accent6"/>
                </a:solidFill>
              </a:rPr>
              <a:t>: </a:t>
            </a:r>
            <a:r>
              <a:rPr lang="en-IN" sz="2000" dirty="0" err="1"/>
              <a:t>NeuroNinija</a:t>
            </a:r>
            <a:endParaRPr lang="en-IN" sz="20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600" b="1" dirty="0">
                <a:solidFill>
                  <a:schemeClr val="accent6"/>
                </a:solidFill>
              </a:rPr>
              <a:t>Team Members:</a:t>
            </a:r>
            <a:r>
              <a:rPr lang="en-IN" sz="1400" b="1" dirty="0">
                <a:solidFill>
                  <a:schemeClr val="accent6"/>
                </a:solidFill>
              </a:rPr>
              <a:t>   </a:t>
            </a:r>
            <a:r>
              <a:rPr lang="en-IN" sz="2000" dirty="0"/>
              <a:t>Vidya Jaiswal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                                                 Tanima Sadhu</a:t>
            </a:r>
          </a:p>
          <a:p>
            <a:pPr lvl="6">
              <a:lnSpc>
                <a:spcPct val="100000"/>
              </a:lnSpc>
            </a:pPr>
            <a:r>
              <a:rPr lang="en-IN" sz="2000" dirty="0"/>
              <a:t> Urmi Mishra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600" b="1" dirty="0">
                <a:solidFill>
                  <a:schemeClr val="accent6"/>
                </a:solidFill>
              </a:rPr>
              <a:t>Hackathon:</a:t>
            </a:r>
            <a:r>
              <a:rPr lang="en-IN" sz="2600" dirty="0">
                <a:solidFill>
                  <a:schemeClr val="accent6"/>
                </a:solidFill>
              </a:rPr>
              <a:t> </a:t>
            </a:r>
            <a:r>
              <a:rPr lang="en-IN" sz="2000" dirty="0" err="1"/>
              <a:t>MetaMorph</a:t>
            </a:r>
            <a:endParaRPr lang="en-IN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>
                <a:solidFill>
                  <a:schemeClr val="accent6"/>
                </a:solidFill>
              </a:rPr>
              <a:t>Theme:</a:t>
            </a:r>
            <a:r>
              <a:rPr lang="en-IN" sz="2000" dirty="0"/>
              <a:t> Open Innovation</a:t>
            </a:r>
          </a:p>
        </p:txBody>
      </p:sp>
    </p:spTree>
    <p:extLst>
      <p:ext uri="{BB962C8B-B14F-4D97-AF65-F5344CB8AC3E}">
        <p14:creationId xmlns:p14="http://schemas.microsoft.com/office/powerpoint/2010/main" val="290841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B0BD-B0C0-B5BA-027E-D103B534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7236" y="489526"/>
            <a:ext cx="5837382" cy="969819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9BE2D-959B-7109-AF80-CF3755758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97236" y="1856509"/>
            <a:ext cx="5837382" cy="4012479"/>
          </a:xfrm>
        </p:spPr>
        <p:txBody>
          <a:bodyPr anchor="t"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Many students face mental health problems like stress, anxiety, and sadness, but they don't have a simple way to check in with their feelings every day.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Students feel shy or scared to share emotions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easy and private tool to track feelings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Current apps are confusing or not made for students</a:t>
            </a:r>
            <a:endParaRPr lang="en-IN" sz="2000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61BB165-D2E9-2FD7-0AA9-BA9906F56F7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8" r="18948"/>
          <a:stretch/>
        </p:blipFill>
        <p:spPr>
          <a:xfrm>
            <a:off x="268865" y="840510"/>
            <a:ext cx="5199062" cy="5588000"/>
          </a:xfrm>
        </p:spPr>
      </p:pic>
    </p:spTree>
    <p:extLst>
      <p:ext uri="{BB962C8B-B14F-4D97-AF65-F5344CB8AC3E}">
        <p14:creationId xmlns:p14="http://schemas.microsoft.com/office/powerpoint/2010/main" val="155002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2E93-A217-B26A-3CAE-90F4763C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55" y="420255"/>
            <a:ext cx="4504170" cy="983673"/>
          </a:xfrm>
        </p:spPr>
        <p:txBody>
          <a:bodyPr/>
          <a:lstStyle/>
          <a:p>
            <a:r>
              <a:rPr lang="en-IN" sz="33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Solution</a:t>
            </a:r>
            <a:r>
              <a:rPr lang="en-IN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IN" sz="3000" b="1" dirty="0"/>
              <a:t>Mind Track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AC3341B-0973-F311-F9AE-AAF3072950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846618" y="987425"/>
            <a:ext cx="550877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D40F5-150E-FB7F-6A1B-EF7E4DB0C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856" y="1773382"/>
            <a:ext cx="5172362" cy="409560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A simple and private website made for students to: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Choose an emoji daily to show how they feel     </a:t>
            </a:r>
            <a:r>
              <a:rPr lang="en-IN" sz="2000" dirty="0"/>
              <a:t>😄😐😔😭😡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Write a short journal to express thoughts freely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See mood history through graphs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Get motivational quotes, songs, and helpful tips based on mood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Solve small puzzles to feel better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Find useful links for mental health help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682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7742-28CE-C9E4-8E6C-878CC543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97" y="240145"/>
            <a:ext cx="8479703" cy="67425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</a:t>
            </a:r>
            <a:r>
              <a:rPr lang="en-IN" sz="49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It Works</a:t>
            </a:r>
            <a:endParaRPr lang="en-IN" sz="4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9CE31F-5BC1-0C02-C419-AB6A96C86F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2" r="15982"/>
          <a:stretch>
            <a:fillRect/>
          </a:stretch>
        </p:blipFill>
        <p:spPr>
          <a:xfrm flipH="1">
            <a:off x="8552873" y="987425"/>
            <a:ext cx="349149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50F5C-CDF2-B5ED-D77E-169C297BF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637" y="764164"/>
            <a:ext cx="9504939" cy="4873625"/>
          </a:xfrm>
        </p:spPr>
        <p:txBody>
          <a:bodyPr>
            <a:normAutofit lnSpcReduction="10000"/>
          </a:bodyPr>
          <a:lstStyle/>
          <a:p>
            <a:endParaRPr lang="en-IN" sz="3200" b="1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3200" b="1" dirty="0">
                <a:solidFill>
                  <a:schemeClr val="accent6"/>
                </a:solidFill>
              </a:rPr>
              <a:t>Simple System Flow:</a:t>
            </a:r>
          </a:p>
          <a:p>
            <a:r>
              <a:rPr lang="en-IN" sz="3200" b="1" dirty="0">
                <a:solidFill>
                  <a:schemeClr val="accent6"/>
                </a:solidFill>
              </a:rPr>
              <a:t> </a:t>
            </a:r>
          </a:p>
          <a:p>
            <a:r>
              <a:rPr lang="en-IN" sz="2800" b="1" dirty="0"/>
              <a:t>User ➡️ Mind Track Website ➡️ Select Mood + Journal</a:t>
            </a:r>
          </a:p>
          <a:p>
            <a:r>
              <a:rPr lang="en-IN" sz="2800" b="1" dirty="0"/>
              <a:t>                                                                                 Entry</a:t>
            </a:r>
          </a:p>
          <a:p>
            <a:r>
              <a:rPr lang="en-IN" sz="2800" b="1" dirty="0"/>
              <a:t>                                                                                   ⬇️      </a:t>
            </a:r>
          </a:p>
          <a:p>
            <a:r>
              <a:rPr lang="en-IN" sz="2800" b="1" dirty="0"/>
              <a:t>                                                    Data Saved using Firebase/</a:t>
            </a:r>
          </a:p>
          <a:p>
            <a:r>
              <a:rPr lang="en-IN" sz="2800" b="1" dirty="0"/>
              <a:t>                                                                                 Sheets</a:t>
            </a:r>
          </a:p>
          <a:p>
            <a:r>
              <a:rPr lang="en-IN" sz="2800" b="1" dirty="0"/>
              <a:t>                                                                                    ⬇️</a:t>
            </a:r>
          </a:p>
          <a:p>
            <a:r>
              <a:rPr lang="en-IN" sz="2800" b="1" dirty="0"/>
              <a:t>               Tips + Songs + puzzles ⬅️ Show Mood Graph</a:t>
            </a:r>
            <a:endParaRPr lang="en-IN" sz="3200" b="1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533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C43E-5BE5-3C3F-2582-576E66B1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336" y="310138"/>
            <a:ext cx="3932237" cy="678873"/>
          </a:xfrm>
        </p:spPr>
        <p:txBody>
          <a:bodyPr>
            <a:no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33C42-3377-AA22-04AD-D2D956B1B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0649" y="1413884"/>
            <a:ext cx="4720503" cy="4709825"/>
          </a:xfrm>
        </p:spPr>
        <p:txBody>
          <a:bodyPr/>
          <a:lstStyle/>
          <a:p>
            <a:r>
              <a:rPr lang="en-IN" sz="2800" dirty="0">
                <a:solidFill>
                  <a:schemeClr val="accent6"/>
                </a:solidFill>
              </a:rPr>
              <a:t>Main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😄Emoji Mood Check-In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📗Daily Journal Writing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📊Mood Graph Tracker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💡Motivational Tips, Quotes &amp; Songs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🧩Fun Puzzles (Mood-based)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🔗Helpful Mental Health Links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👥About Team &amp; Contact 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🌃Dark Mode for night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🛡️No login required (Privacy-first)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🎯Weekly Mood Goals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555A7E71-1818-16B0-430D-A8DE72AADEF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3" b="4853"/>
          <a:stretch>
            <a:fillRect/>
          </a:stretch>
        </p:blipFill>
        <p:spPr>
          <a:xfrm>
            <a:off x="5957888" y="987425"/>
            <a:ext cx="5397500" cy="4873625"/>
          </a:xfrm>
        </p:spPr>
      </p:pic>
    </p:spTree>
    <p:extLst>
      <p:ext uri="{BB962C8B-B14F-4D97-AF65-F5344CB8AC3E}">
        <p14:creationId xmlns:p14="http://schemas.microsoft.com/office/powerpoint/2010/main" val="414386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61AB-6D2E-B816-B8DF-D3720456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036" y="267854"/>
            <a:ext cx="4710545" cy="998683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6640F-9822-B231-F7EC-186657CC0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51087" y="1785719"/>
            <a:ext cx="4710544" cy="4190207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chemeClr val="accent6"/>
                </a:solidFill>
              </a:rPr>
              <a:t>Freemium Model:-</a:t>
            </a:r>
          </a:p>
          <a:p>
            <a:r>
              <a:rPr lang="en-US" sz="2000" dirty="0"/>
              <a:t>Core features like mood tracking, Al-based insights, and mental health tips will remain free.</a:t>
            </a:r>
          </a:p>
          <a:p>
            <a:endParaRPr lang="en-US" sz="2000" dirty="0"/>
          </a:p>
          <a:p>
            <a:r>
              <a:rPr lang="en-US" sz="2100" b="1" dirty="0">
                <a:solidFill>
                  <a:schemeClr val="accent6"/>
                </a:solidFill>
              </a:rPr>
              <a:t>Paid Psychologist Consultation:-</a:t>
            </a:r>
          </a:p>
          <a:p>
            <a:r>
              <a:rPr lang="en-US" sz="2000" dirty="0"/>
              <a:t>A separate business page will allow users to directly connect with certified psychologists for one-to-one paid sessions.</a:t>
            </a:r>
            <a:endParaRPr lang="en-IN" sz="2000" dirty="0"/>
          </a:p>
        </p:txBody>
      </p:sp>
      <p:pic>
        <p:nvPicPr>
          <p:cNvPr id="1026" name="Picture 2" descr="Cartoon Business Meeting Images – Browse 209,904 Stock ...">
            <a:extLst>
              <a:ext uri="{FF2B5EF4-FFF2-40B4-BE49-F238E27FC236}">
                <a16:creationId xmlns:a16="http://schemas.microsoft.com/office/drawing/2014/main" id="{D9D5D931-E379-7DA3-7F3F-6E56AFB39EE0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1" r="12751"/>
          <a:stretch>
            <a:fillRect/>
          </a:stretch>
        </p:blipFill>
        <p:spPr bwMode="auto">
          <a:xfrm>
            <a:off x="417224" y="1266537"/>
            <a:ext cx="6172200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16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8ED9-510A-F10B-4540-40F44F3E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491" y="198583"/>
            <a:ext cx="2780146" cy="835024"/>
          </a:xfrm>
        </p:spPr>
        <p:txBody>
          <a:bodyPr/>
          <a:lstStyle/>
          <a:p>
            <a:r>
              <a:rPr lang="en-IN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What's Special?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67FFB24-95A3-F8CE-0003-18DC364402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" r="3223"/>
          <a:stretch>
            <a:fillRect/>
          </a:stretch>
        </p:blipFill>
        <p:spPr>
          <a:xfrm>
            <a:off x="397451" y="1108364"/>
            <a:ext cx="4848803" cy="62530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6464D-E738-F729-8BE8-ECAD9540A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96718" y="1320802"/>
            <a:ext cx="6695282" cy="546792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Why Mind Track is Different: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Made by beginners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Simple and clean for students to use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 need to log in or create an account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Mood-based quotes, songs, and puzzles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Free to use and lightweight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Designed for daily emotional tracking</a:t>
            </a:r>
          </a:p>
          <a:p>
            <a:r>
              <a:rPr lang="en-US" sz="2000" b="1" dirty="0">
                <a:solidFill>
                  <a:schemeClr val="accent6"/>
                </a:solidFill>
              </a:rPr>
              <a:t>Compared to other apps like </a:t>
            </a:r>
            <a:r>
              <a:rPr lang="en-US" sz="2000" b="1" dirty="0" err="1">
                <a:solidFill>
                  <a:schemeClr val="accent6"/>
                </a:solidFill>
              </a:rPr>
              <a:t>Wysa</a:t>
            </a:r>
            <a:r>
              <a:rPr lang="en-US" sz="2000" b="1" dirty="0">
                <a:solidFill>
                  <a:schemeClr val="accent6"/>
                </a:solidFill>
              </a:rPr>
              <a:t>, Mindshift, or Headspace: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/>
              <a:t>MindTrack</a:t>
            </a:r>
            <a:r>
              <a:rPr lang="en-US" sz="2000" dirty="0"/>
              <a:t> is fully anonymous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 paid plans or subscriptions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Includes fun activities like puzzles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Web-based, so easy to use from any device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6878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4EED-1A78-63CC-D35A-7610E239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743527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Plans: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1134F28-CBBE-9713-39D1-3E1AA2E938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r="7785"/>
          <a:stretch>
            <a:fillRect/>
          </a:stretch>
        </p:blipFill>
        <p:spPr>
          <a:xfrm>
            <a:off x="6936510" y="1200727"/>
            <a:ext cx="4926878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2E143-48C0-025C-8C8D-3D83EBBA0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2274" y="1736436"/>
            <a:ext cx="4926878" cy="4664364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accent6"/>
                </a:solidFill>
              </a:rPr>
              <a:t>What's Next: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📱</a:t>
            </a:r>
            <a:r>
              <a:rPr lang="en-US" sz="2100" dirty="0"/>
              <a:t>Android App (using Flutter)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900" dirty="0"/>
              <a:t>🔔</a:t>
            </a:r>
            <a:r>
              <a:rPr lang="en-US" sz="1900" dirty="0"/>
              <a:t>Mood-based daily reminders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⌚</a:t>
            </a:r>
            <a:r>
              <a:rPr lang="en-US" sz="2100" dirty="0"/>
              <a:t>Connect with smartwatch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🧠</a:t>
            </a:r>
            <a:r>
              <a:rPr lang="en-US" sz="2100" dirty="0"/>
              <a:t>Smart mood suggestions using ML (Machine Learning)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👩🏻‍⚕️</a:t>
            </a:r>
            <a:r>
              <a:rPr lang="en-US" sz="2100" dirty="0"/>
              <a:t>Option to talk </a:t>
            </a:r>
            <a:r>
              <a:rPr lang="en-US" sz="2100"/>
              <a:t>to psychologist</a:t>
            </a:r>
            <a:endParaRPr lang="en-US" sz="21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🧘🏻‍♀️</a:t>
            </a:r>
            <a:r>
              <a:rPr lang="en-US" sz="2100" dirty="0"/>
              <a:t>Meditation and breathing video library</a:t>
            </a:r>
          </a:p>
        </p:txBody>
      </p:sp>
    </p:spTree>
    <p:extLst>
      <p:ext uri="{BB962C8B-B14F-4D97-AF65-F5344CB8AC3E}">
        <p14:creationId xmlns:p14="http://schemas.microsoft.com/office/powerpoint/2010/main" val="315784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E3DB-B4C8-470A-550B-617928B3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879" y="466438"/>
            <a:ext cx="2639146" cy="600364"/>
          </a:xfrm>
        </p:spPr>
        <p:txBody>
          <a:bodyPr>
            <a:noAutofit/>
          </a:bodyPr>
          <a:lstStyle/>
          <a:p>
            <a:br>
              <a:rPr lang="en-IN" sz="4400" dirty="0"/>
            </a:br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98D2B-7CE9-F503-5F97-823403CB9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2038" y="1431635"/>
            <a:ext cx="6289962" cy="495992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Features Included:-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400" dirty="0"/>
              <a:t>Mood Check-In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Journal Writing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Mood History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Tips, Quotes, Songs &amp; Puzzles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will connect the website to Firebase to make it fully functional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D71310C-8B03-9236-8DBC-E43ECA2BDD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" r="1682"/>
          <a:stretch/>
        </p:blipFill>
        <p:spPr>
          <a:xfrm>
            <a:off x="858981" y="1311563"/>
            <a:ext cx="4494457" cy="4234873"/>
          </a:xfrm>
        </p:spPr>
      </p:pic>
    </p:spTree>
    <p:extLst>
      <p:ext uri="{BB962C8B-B14F-4D97-AF65-F5344CB8AC3E}">
        <p14:creationId xmlns:p14="http://schemas.microsoft.com/office/powerpoint/2010/main" val="421399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0794-7442-8FE7-B892-17EC92A7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333" y="644958"/>
            <a:ext cx="3932237" cy="651164"/>
          </a:xfrm>
        </p:spPr>
        <p:txBody>
          <a:bodyPr>
            <a:no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Bibliography</a:t>
            </a:r>
            <a:endParaRPr lang="en-IN" sz="4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99DA443-9670-13DD-D75E-BC4D0C8581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6271492" y="1153679"/>
            <a:ext cx="4659024" cy="380927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A684-828F-7C94-1956-BE6753F7C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16337" y="1921162"/>
            <a:ext cx="4504172" cy="3809279"/>
          </a:xfrm>
        </p:spPr>
        <p:txBody>
          <a:bodyPr/>
          <a:lstStyle/>
          <a:p>
            <a:r>
              <a:rPr lang="en-IN" sz="2400" dirty="0">
                <a:hlinkClick r:id="rId3"/>
              </a:rPr>
              <a:t>https://www.mayoclinic.org</a:t>
            </a:r>
            <a:endParaRPr lang="en-IN" sz="2400" dirty="0"/>
          </a:p>
          <a:p>
            <a:r>
              <a:rPr lang="en-IN" sz="2400" dirty="0">
                <a:hlinkClick r:id="rId4"/>
              </a:rPr>
              <a:t>https://drsagnikmukherjee.com</a:t>
            </a:r>
            <a:endParaRPr lang="en-IN" sz="2400" dirty="0"/>
          </a:p>
          <a:p>
            <a:r>
              <a:rPr lang="en-IN" sz="2400" dirty="0">
                <a:hlinkClick r:id="rId5"/>
              </a:rPr>
              <a:t>https://chat.openai.com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142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014C-BF07-4535-234F-3C4008B2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36" y="279544"/>
            <a:ext cx="3932237" cy="1336820"/>
          </a:xfrm>
        </p:spPr>
        <p:txBody>
          <a:bodyPr>
            <a:normAutofit/>
          </a:bodyPr>
          <a:lstStyle/>
          <a:p>
            <a:r>
              <a:rPr lang="en-IN" sz="6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2010CD7-0AFD-C668-CDC6-2901E6D3BE6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1" b="2541"/>
          <a:stretch>
            <a:fillRect/>
          </a:stretch>
        </p:blipFill>
        <p:spPr>
          <a:xfrm>
            <a:off x="6475124" y="1558203"/>
            <a:ext cx="4686300" cy="44481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AA5B8-8C91-1EA5-4CAD-A443ADEAA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7309" y="2022765"/>
            <a:ext cx="7250546" cy="381461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Let's help people check-in with their feelings every day.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6"/>
                </a:solidFill>
              </a:rPr>
              <a:t>Contact Us: </a:t>
            </a:r>
            <a:r>
              <a:rPr lang="en-US" sz="2400" dirty="0"/>
              <a:t>(Coming Soon)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6"/>
                </a:solidFill>
              </a:rPr>
              <a:t>Instagram:</a:t>
            </a:r>
            <a:r>
              <a:rPr lang="en-US" sz="2400" dirty="0"/>
              <a:t> (Page Coming Soon)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429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MindTrack_TeamNeuroninjas_HackSynthesis2.0</Template>
  <TotalTime>81</TotalTime>
  <Words>498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Mind Track: A Mental Health Website for Students</vt:lpstr>
      <vt:lpstr>Problem Statement:</vt:lpstr>
      <vt:lpstr>Our Solution- Mind Track</vt:lpstr>
      <vt:lpstr>                                        How It Works</vt:lpstr>
      <vt:lpstr>Features</vt:lpstr>
      <vt:lpstr>Business</vt:lpstr>
      <vt:lpstr>What's Special?</vt:lpstr>
      <vt:lpstr>Future Plans:</vt:lpstr>
      <vt:lpstr> Demo:</vt:lpstr>
      <vt:lpstr>Bibliography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Tanima Sadhu</dc:creator>
  <cp:lastModifiedBy>Tanima Sadhu</cp:lastModifiedBy>
  <cp:revision>2</cp:revision>
  <dcterms:created xsi:type="dcterms:W3CDTF">2025-06-24T17:01:56Z</dcterms:created>
  <dcterms:modified xsi:type="dcterms:W3CDTF">2025-08-19T12:50:48Z</dcterms:modified>
</cp:coreProperties>
</file>